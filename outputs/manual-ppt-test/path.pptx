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3e9d91c0664d94" /><Relationship Type="http://schemas.openxmlformats.org/officeDocument/2006/relationships/extended-properties" Target="/docProps/app.xml" Id="Rfa1160d523e34439" /><Relationship Type="http://schemas.openxmlformats.org/officeDocument/2006/relationships/officeDocument" Target="/ppt/presentation.xml" Id="Rd5063746b0c645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91049714d9414a"/>
  </p:sldMasterIdLst>
  <p:notesMasterIdLst>
    <p:notesMasterId xmlns:r="http://schemas.openxmlformats.org/officeDocument/2006/relationships" r:id="Rc7358e131e5e44ac"/>
  </p:notesMasterIdLst>
  <p:sldIdLst>
    <p:sldId xmlns:r="http://schemas.openxmlformats.org/officeDocument/2006/relationships" id="256" r:id="R0bfc19fdd04f4d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1049714d9414a" /><Relationship Type="http://schemas.openxmlformats.org/officeDocument/2006/relationships/theme" Target="/ppt/theme/theme1.xml" Id="R6f9b554c505a45f4" /><Relationship Type="http://schemas.openxmlformats.org/officeDocument/2006/relationships/notesMaster" Target="/ppt/notesMasters/notesMaster1.xml" Id="Rc7358e131e5e44ac" /><Relationship Type="http://schemas.openxmlformats.org/officeDocument/2006/relationships/presProps" Target="/ppt/presProps.xml" Id="R49560ef47f274b65" /><Relationship Type="http://schemas.openxmlformats.org/officeDocument/2006/relationships/viewProps" Target="/ppt/viewProps.xml" Id="Rfce90466a2cc4c4e" /><Relationship Type="http://schemas.openxmlformats.org/officeDocument/2006/relationships/tableStyles" Target="/ppt/tableStyles.xml" Id="Reb0c136237f14714" /><Relationship Type="http://schemas.openxmlformats.org/officeDocument/2006/relationships/slide" Target="/ppt/slides/slide1.xml" Id="R0bfc19fdd04f4d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5e6d1a576e84c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d3e2ada7d54d27" /><Relationship Type="http://schemas.openxmlformats.org/officeDocument/2006/relationships/notesMaster" Target="/ppt/notesMasters/notesMaster1.xml" Id="Re6c264483af340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f690e20234cf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3878b5012a84fa6" /><Relationship Type="http://schemas.openxmlformats.org/officeDocument/2006/relationships/slideLayout" Target="/ppt/slideLayouts/slideLayout2.xml" Id="R3ea5b63d2b5c44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a5b63d2b5c44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1c58772e1e48ea" /><Relationship Type="http://schemas.openxmlformats.org/officeDocument/2006/relationships/image" Target="/ppt/media/image.png" Id="R2e97e27d748742f1" /><Relationship Type="http://schemas.openxmlformats.org/officeDocument/2006/relationships/notesSlide" Target="/ppt/notesSlides/notesSlide1.xml" Id="R928db6224bd84e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7e27d748742f1"/>
          <a:stretch xmlns:a="http://schemas.openxmlformats.org/drawingml/2006/main"/>
        </p:blipFill>
        <p:spPr>
          <a:xfrm xmlns:a="http://schemas.openxmlformats.org/drawingml/2006/main">
            <a:off x="952500" y="952500"/>
            <a:ext cx="5715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573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2026-05-14T13:56:11.4490000Z</dcterms:created>
  <dcterms:modified xsi:type="dcterms:W3CDTF">2026-05-14T13:56:11.4490000Z</dcterms:modified>
</coreProperties>
</file>