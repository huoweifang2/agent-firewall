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d2bbccd984235" /><Relationship Type="http://schemas.openxmlformats.org/officeDocument/2006/relationships/extended-properties" Target="/docProps/app.xml" Id="R8061d346df4840dc" /><Relationship Type="http://schemas.openxmlformats.org/officeDocument/2006/relationships/officeDocument" Target="/ppt/presentation.xml" Id="R1a4bcc859c44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4099e15bc496a"/>
  </p:sldMasterIdLst>
  <p:notesMasterIdLst>
    <p:notesMasterId xmlns:r="http://schemas.openxmlformats.org/officeDocument/2006/relationships" r:id="R7439de645aca48fc"/>
  </p:notesMasterIdLst>
  <p:sldIdLst>
    <p:sldId xmlns:r="http://schemas.openxmlformats.org/officeDocument/2006/relationships" id="256" r:id="R530d0a8cf4694d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4099e15bc496a" /><Relationship Type="http://schemas.openxmlformats.org/officeDocument/2006/relationships/theme" Target="/ppt/theme/theme1.xml" Id="R5a1e70574bf746aa" /><Relationship Type="http://schemas.openxmlformats.org/officeDocument/2006/relationships/notesMaster" Target="/ppt/notesMasters/notesMaster1.xml" Id="R7439de645aca48fc" /><Relationship Type="http://schemas.openxmlformats.org/officeDocument/2006/relationships/presProps" Target="/ppt/presProps.xml" Id="Rcf77c8ddc4d64d54" /><Relationship Type="http://schemas.openxmlformats.org/officeDocument/2006/relationships/viewProps" Target="/ppt/viewProps.xml" Id="R3ea7ee9b6d9f42d1" /><Relationship Type="http://schemas.openxmlformats.org/officeDocument/2006/relationships/tableStyles" Target="/ppt/tableStyles.xml" Id="R6bb66059d58542b2" /><Relationship Type="http://schemas.openxmlformats.org/officeDocument/2006/relationships/slide" Target="/ppt/slides/slide1.xml" Id="R530d0a8cf469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57da72caad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8f2fb81804558" /><Relationship Type="http://schemas.openxmlformats.org/officeDocument/2006/relationships/notesMaster" Target="/ppt/notesMasters/notesMaster1.xml" Id="Rc3c1751452fb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84a1056994e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a46d287d2345fa" /><Relationship Type="http://schemas.openxmlformats.org/officeDocument/2006/relationships/slideLayout" Target="/ppt/slideLayouts/slideLayout2.xml" Id="Rf9e6a6ad216948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6a6ad216948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fcc26323f42e3" /><Relationship Type="http://schemas.openxmlformats.org/officeDocument/2006/relationships/image" Target="/ppt/media/image.png" Id="R46bb369ae6904391" /><Relationship Type="http://schemas.openxmlformats.org/officeDocument/2006/relationships/notesSlide" Target="/ppt/notesSlides/notesSlide1.xml" Id="R9918ef3f1272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b369ae6904391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50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2026-05-14T13:56:11.9720000Z</dcterms:created>
  <dcterms:modified xsi:type="dcterms:W3CDTF">2026-05-14T13:56:11.9720000Z</dcterms:modified>
</coreProperties>
</file>