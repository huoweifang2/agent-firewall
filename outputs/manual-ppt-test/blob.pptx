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ee3ae88a4049ea" /><Relationship Type="http://schemas.openxmlformats.org/officeDocument/2006/relationships/extended-properties" Target="/docProps/app.xml" Id="R0d1ac03446e84b6a" /><Relationship Type="http://schemas.openxmlformats.org/officeDocument/2006/relationships/officeDocument" Target="/ppt/presentation.xml" Id="R98f94afdacfa46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d9db632ab94704"/>
  </p:sldMasterIdLst>
  <p:notesMasterIdLst>
    <p:notesMasterId xmlns:r="http://schemas.openxmlformats.org/officeDocument/2006/relationships" r:id="Rb1076865784d44e5"/>
  </p:notesMasterIdLst>
  <p:sldIdLst>
    <p:sldId xmlns:r="http://schemas.openxmlformats.org/officeDocument/2006/relationships" id="256" r:id="Rec42227285f349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d9db632ab94704" /><Relationship Type="http://schemas.openxmlformats.org/officeDocument/2006/relationships/theme" Target="/ppt/theme/theme1.xml" Id="R8ab79375fc384bc2" /><Relationship Type="http://schemas.openxmlformats.org/officeDocument/2006/relationships/notesMaster" Target="/ppt/notesMasters/notesMaster1.xml" Id="Rb1076865784d44e5" /><Relationship Type="http://schemas.openxmlformats.org/officeDocument/2006/relationships/presProps" Target="/ppt/presProps.xml" Id="R3427a120bfce4e6d" /><Relationship Type="http://schemas.openxmlformats.org/officeDocument/2006/relationships/viewProps" Target="/ppt/viewProps.xml" Id="R4c8f6c8917ff4ffb" /><Relationship Type="http://schemas.openxmlformats.org/officeDocument/2006/relationships/tableStyles" Target="/ppt/tableStyles.xml" Id="Rc77f0d38442c49c3" /><Relationship Type="http://schemas.openxmlformats.org/officeDocument/2006/relationships/slide" Target="/ppt/slides/slide1.xml" Id="Rec42227285f349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96b3d07cc594e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4178db4af34c57" /><Relationship Type="http://schemas.openxmlformats.org/officeDocument/2006/relationships/notesMaster" Target="/ppt/notesMasters/notesMaster1.xml" Id="R4ad2a92c4ef64b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d538f9ff843c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d7228b9b4bb4638" /><Relationship Type="http://schemas.openxmlformats.org/officeDocument/2006/relationships/slideLayout" Target="/ppt/slideLayouts/slideLayout2.xml" Id="Rdeec8062553c44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ec8062553c44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7dbfd036454ff2" /><Relationship Type="http://schemas.openxmlformats.org/officeDocument/2006/relationships/image" Target="/ppt/media/image.png" Id="Rb63852e7adbe4e1b" /><Relationship Type="http://schemas.openxmlformats.org/officeDocument/2006/relationships/notesSlide" Target="/ppt/notesSlides/notesSlide1.xml" Id="R212d1aa61aa543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852e7adbe4e1b"/>
          <a:stretch xmlns:a="http://schemas.openxmlformats.org/drawingml/2006/main"/>
        </p:blipFill>
        <p:spPr>
          <a:xfrm xmlns:a="http://schemas.openxmlformats.org/drawingml/2006/main">
            <a:off x="952500" y="952500"/>
            <a:ext cx="5715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132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2026-05-14T13:56:11.8930000Z</dcterms:created>
  <dcterms:modified xsi:type="dcterms:W3CDTF">2026-05-14T13:56:11.8930000Z</dcterms:modified>
</coreProperties>
</file>