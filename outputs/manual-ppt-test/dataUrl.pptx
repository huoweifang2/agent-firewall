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9e488f2afe49b5" /><Relationship Type="http://schemas.openxmlformats.org/officeDocument/2006/relationships/extended-properties" Target="/docProps/app.xml" Id="R83c3d75e54654232" /><Relationship Type="http://schemas.openxmlformats.org/officeDocument/2006/relationships/officeDocument" Target="/ppt/presentation.xml" Id="R7cf983bb87af4f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1d9ccc1e3a4a1d"/>
  </p:sldMasterIdLst>
  <p:notesMasterIdLst>
    <p:notesMasterId xmlns:r="http://schemas.openxmlformats.org/officeDocument/2006/relationships" r:id="R1be71df4324b497f"/>
  </p:notesMasterIdLst>
  <p:sldIdLst>
    <p:sldId xmlns:r="http://schemas.openxmlformats.org/officeDocument/2006/relationships" id="256" r:id="R8109e75b193e4ad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1d9ccc1e3a4a1d" /><Relationship Type="http://schemas.openxmlformats.org/officeDocument/2006/relationships/theme" Target="/ppt/theme/theme1.xml" Id="R4b7683016b504016" /><Relationship Type="http://schemas.openxmlformats.org/officeDocument/2006/relationships/notesMaster" Target="/ppt/notesMasters/notesMaster1.xml" Id="R1be71df4324b497f" /><Relationship Type="http://schemas.openxmlformats.org/officeDocument/2006/relationships/presProps" Target="/ppt/presProps.xml" Id="R90fa44d27f6e4a85" /><Relationship Type="http://schemas.openxmlformats.org/officeDocument/2006/relationships/viewProps" Target="/ppt/viewProps.xml" Id="R8abf05b4703d4ce9" /><Relationship Type="http://schemas.openxmlformats.org/officeDocument/2006/relationships/tableStyles" Target="/ppt/tableStyles.xml" Id="Ra7594ab3a72e4815" /><Relationship Type="http://schemas.openxmlformats.org/officeDocument/2006/relationships/slide" Target="/ppt/slides/slide1.xml" Id="R8109e75b193e4a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f0b25296c1c4a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09140c18f640cd" /><Relationship Type="http://schemas.openxmlformats.org/officeDocument/2006/relationships/notesMaster" Target="/ppt/notesMasters/notesMaster1.xml" Id="Raa3548fae0f242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4789533ae742c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2637761902d1418b" /><Relationship Type="http://schemas.openxmlformats.org/officeDocument/2006/relationships/slideLayout" Target="/ppt/slideLayouts/slideLayout2.xml" Id="Rc3800dc9eb3f44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800dc9eb3f44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ec234e499043ab" /><Relationship Type="http://schemas.openxmlformats.org/officeDocument/2006/relationships/image" Target="/ppt/media/image.png" Id="R8a6e915fc4244bcc" /><Relationship Type="http://schemas.openxmlformats.org/officeDocument/2006/relationships/notesSlide" Target="/ppt/notesSlides/notesSlide1.xml" Id="R84b57f1d93ec449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6e915fc4244bcc"/>
          <a:stretch xmlns:a="http://schemas.openxmlformats.org/drawingml/2006/main"/>
        </p:blipFill>
        <p:spPr>
          <a:xfrm xmlns:a="http://schemas.openxmlformats.org/drawingml/2006/main">
            <a:off x="952500" y="952500"/>
            <a:ext cx="5715000" cy="476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8418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2026-05-14T13:56:11.7940000Z</dcterms:created>
  <dcterms:modified xsi:type="dcterms:W3CDTF">2026-05-14T13:56:11.7940000Z</dcterms:modified>
</coreProperties>
</file>