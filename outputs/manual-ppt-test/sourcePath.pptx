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23d69304324dec" /><Relationship Type="http://schemas.openxmlformats.org/officeDocument/2006/relationships/extended-properties" Target="/docProps/app.xml" Id="Rc7c22089154249a7" /><Relationship Type="http://schemas.openxmlformats.org/officeDocument/2006/relationships/officeDocument" Target="/ppt/presentation.xml" Id="R29f4545c7df543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1e95ed0d434ba0"/>
  </p:sldMasterIdLst>
  <p:notesMasterIdLst>
    <p:notesMasterId xmlns:r="http://schemas.openxmlformats.org/officeDocument/2006/relationships" r:id="R88db9558d3ff4af5"/>
  </p:notesMasterIdLst>
  <p:sldIdLst>
    <p:sldId xmlns:r="http://schemas.openxmlformats.org/officeDocument/2006/relationships" id="256" r:id="Rfa78443d1960459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1e95ed0d434ba0" /><Relationship Type="http://schemas.openxmlformats.org/officeDocument/2006/relationships/theme" Target="/ppt/theme/theme1.xml" Id="R6d0b5417e2c1450c" /><Relationship Type="http://schemas.openxmlformats.org/officeDocument/2006/relationships/notesMaster" Target="/ppt/notesMasters/notesMaster1.xml" Id="R88db9558d3ff4af5" /><Relationship Type="http://schemas.openxmlformats.org/officeDocument/2006/relationships/presProps" Target="/ppt/presProps.xml" Id="R29f1c79e044947b4" /><Relationship Type="http://schemas.openxmlformats.org/officeDocument/2006/relationships/viewProps" Target="/ppt/viewProps.xml" Id="R10888600417444b7" /><Relationship Type="http://schemas.openxmlformats.org/officeDocument/2006/relationships/tableStyles" Target="/ppt/tableStyles.xml" Id="R2f9d33365e444667" /><Relationship Type="http://schemas.openxmlformats.org/officeDocument/2006/relationships/slide" Target="/ppt/slides/slide1.xml" Id="Rfa78443d196045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136e4a5e3b543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d6cc048dfa416d" /><Relationship Type="http://schemas.openxmlformats.org/officeDocument/2006/relationships/notesMaster" Target="/ppt/notesMasters/notesMaster1.xml" Id="R72ea4a98732447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8923923e6046b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d2fc29b42eb4fa6" /><Relationship Type="http://schemas.openxmlformats.org/officeDocument/2006/relationships/slideLayout" Target="/ppt/slideLayouts/slideLayout2.xml" Id="R4bf457d4c62246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f457d4c62246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afb6e2483c4dab" /><Relationship Type="http://schemas.openxmlformats.org/officeDocument/2006/relationships/image" Target="/ppt/media/image.png" Id="Rb150777730ff4478" /><Relationship Type="http://schemas.openxmlformats.org/officeDocument/2006/relationships/notesSlide" Target="/ppt/notesSlides/notesSlide1.xml" Id="Rb131da0936564a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0777730ff4478"/>
          <a:stretch xmlns:a="http://schemas.openxmlformats.org/drawingml/2006/main"/>
        </p:blipFill>
        <p:spPr>
          <a:xfrm xmlns:a="http://schemas.openxmlformats.org/drawingml/2006/main">
            <a:off x="952500" y="952500"/>
            <a:ext cx="57150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8032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2026-05-14T13:56:11.9360000Z</dcterms:created>
  <dcterms:modified xsi:type="dcterms:W3CDTF">2026-05-14T13:56:11.9360000Z</dcterms:modified>
</coreProperties>
</file>