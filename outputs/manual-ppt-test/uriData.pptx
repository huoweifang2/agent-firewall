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eb0e35892465b" /><Relationship Type="http://schemas.openxmlformats.org/officeDocument/2006/relationships/extended-properties" Target="/docProps/app.xml" Id="Reebc35d465b94b93" /><Relationship Type="http://schemas.openxmlformats.org/officeDocument/2006/relationships/officeDocument" Target="/ppt/presentation.xml" Id="R21408a9f1740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9d1698e003475a"/>
  </p:sldMasterIdLst>
  <p:notesMasterIdLst>
    <p:notesMasterId xmlns:r="http://schemas.openxmlformats.org/officeDocument/2006/relationships" r:id="R013d1e0f549743e0"/>
  </p:notesMasterIdLst>
  <p:sldIdLst>
    <p:sldId xmlns:r="http://schemas.openxmlformats.org/officeDocument/2006/relationships" id="256" r:id="Rb1098dcd66e34e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d1698e003475a" /><Relationship Type="http://schemas.openxmlformats.org/officeDocument/2006/relationships/theme" Target="/ppt/theme/theme1.xml" Id="Re9e5356317494fb9" /><Relationship Type="http://schemas.openxmlformats.org/officeDocument/2006/relationships/notesMaster" Target="/ppt/notesMasters/notesMaster1.xml" Id="R013d1e0f549743e0" /><Relationship Type="http://schemas.openxmlformats.org/officeDocument/2006/relationships/presProps" Target="/ppt/presProps.xml" Id="R819476eaa9ea4968" /><Relationship Type="http://schemas.openxmlformats.org/officeDocument/2006/relationships/viewProps" Target="/ppt/viewProps.xml" Id="Rebafe3cab9c44cb3" /><Relationship Type="http://schemas.openxmlformats.org/officeDocument/2006/relationships/tableStyles" Target="/ppt/tableStyles.xml" Id="Rf19e7afa9f584c7a" /><Relationship Type="http://schemas.openxmlformats.org/officeDocument/2006/relationships/slide" Target="/ppt/slides/slide1.xml" Id="Rb1098dcd66e34e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26535d3352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d903054c6a43de" /><Relationship Type="http://schemas.openxmlformats.org/officeDocument/2006/relationships/notesMaster" Target="/ppt/notesMasters/notesMaster1.xml" Id="Rd2bff52a36a4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87559ba1c4e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83cfad693448bc" /><Relationship Type="http://schemas.openxmlformats.org/officeDocument/2006/relationships/slideLayout" Target="/ppt/slideLayouts/slideLayout2.xml" Id="R99734bcdef6e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734bcdef6e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04813d7844810" /><Relationship Type="http://schemas.openxmlformats.org/officeDocument/2006/relationships/image" Target="/ppt/media/image.png" Id="R8469586384c14ed4" /><Relationship Type="http://schemas.openxmlformats.org/officeDocument/2006/relationships/notesSlide" Target="/ppt/notesSlides/notesSlide1.xml" Id="R97bfb9b0d4b4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9586384c14ed4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99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2026-05-14T13:56:11.8500000Z</dcterms:created>
  <dcterms:modified xsi:type="dcterms:W3CDTF">2026-05-14T13:56:11.8500000Z</dcterms:modified>
</coreProperties>
</file>